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2"/>
    </p:embeddedFon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Lato" panose="020F0502020204030203" pitchFamily="34" charset="0"/>
      <p:regular r:id="rId17"/>
      <p:bold r:id="rId18"/>
      <p:italic r:id="rId19"/>
      <p:boldItalic r:id="rId20"/>
    </p:embeddedFont>
    <p:embeddedFont>
      <p:font typeface="Vladimir Script" panose="03050402040407070305" pitchFamily="66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bst" TargetMode="External"/><Relationship Id="rId2" Type="http://schemas.openxmlformats.org/officeDocument/2006/relationships/hyperlink" Target="https://www.geeksforgeeks.org/binary-search/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7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Binary Search and Complexity Analysis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State the prerequisite and principle behind binary search.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Trace binary search on a sorted array, identifying lo, hi, and mid at each step.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Derive O(log n) time complexity of binary search from first principles.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Compare iterative and recursive binary search for space complexity.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Binary Search – Algorithm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2419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Prerequisite: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The array must be sorted in ascending or descending order.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Principle: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Compare key with the middle element and eliminate half the search space each step.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BINARY_SEARCH(A,n,key): lo=0,hi=n-1; while lo&lt;=hi: mid=(lo+hi)/2; if A[mid]==key: return mid; elif A[mid]&lt;key: lo=mid+1; else: hi=mid-1; return -1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Time: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O(log2 n) — halves search space at every step.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Space: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O(1) iterative;  O(log n) recursive (call stack overhead).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218172"/>
            <a:ext cx="9060872" cy="556954"/>
            <a:chOff x="0" y="6299"/>
            <a:chExt cx="5715775" cy="556954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178249" y="162061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Binary Search – Step-by-Step Trace &amp; Comparison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5CA01FA-06C1-B691-2467-D2AFA3915D19}"/>
              </a:ext>
            </a:extLst>
          </p:cNvPr>
          <p:cNvSpPr txBox="1"/>
          <p:nvPr/>
        </p:nvSpPr>
        <p:spPr>
          <a:xfrm>
            <a:off x="83127" y="1089512"/>
            <a:ext cx="5270719" cy="3582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/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46" y="1238085"/>
            <a:ext cx="8208477" cy="37622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Binary search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requires a sorted array and eliminates half the elements per comparison.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Best case: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O(1) — key is the middle element.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Worst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and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average: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O(log2 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For n=1,000,000: binary search takes only 20 steps vs linear search's 1,000,000.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Iterative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binary search uses O(1) space; recursive version uses O(log n) stack space.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Binary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search underpins lower_bound, sorted sets, and many advanced algorithms.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Chapter 1.2 – Introduction to Linked Lists: singly linked list structure, traversal, and operations.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160" y="2571750"/>
            <a:ext cx="6448926" cy="2046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Trace binary search on A=[2,5,8,12,16,23,38,56,72,91] for key=23. Count steps.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Derive O(log n) complexity for binary search from first principles.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Compare iterative and recursive binary search for time and space complexity.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 et al., Introduction to Algorithms (CLRS), 3rd Ed., MIT Press.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– Binary Search: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https://www.geeksforgeeks.org/binary-search/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– Binary Search: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https://visualgo.net/en/bst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509</Words>
  <Application>Microsoft Office PowerPoint</Application>
  <PresentationFormat>On-screen Show (16:9)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Times New Roman</vt:lpstr>
      <vt:lpstr>Calibri</vt:lpstr>
      <vt:lpstr>Vladimir Script</vt:lpstr>
      <vt:lpstr>Lato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76</cp:revision>
  <dcterms:modified xsi:type="dcterms:W3CDTF">2026-05-15T07:37:45Z</dcterms:modified>
</cp:coreProperties>
</file>
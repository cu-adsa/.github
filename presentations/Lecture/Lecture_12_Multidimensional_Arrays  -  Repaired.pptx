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Vladimir Script" panose="03050402040407070305" pitchFamily="66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>
      <p:cViewPr>
        <p:scale>
          <a:sx n="123" d="100"/>
          <a:sy n="123" d="100"/>
        </p:scale>
        <p:origin x="235" y="-1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ultidimensional-arrays-in-c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(CS220)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12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Multi-Dimensional Arrays — Representation and Applications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Define multi-dimensional arrays and understand their memory layout.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Compute address of any element in 2D and 3D arrays using row-major and column-major formulas.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Perform traversal and basic operations on 2D arrays (matrix addition, multiplication).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Identify real-world applications of multi-dimensional arrays.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Multi-Dimensional Arrays — Definition and Types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2D Array: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matrix of rows and columns. Declared as: int A[rows][cols]. Accessed as A[i][j].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3D Array: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collection of 2D arrays. Declared as: int A[planes][rows][cols]. Accessed as A[p][i][j].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Memory: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Stored linearly in RAM. C/C++ uses row-major; Fortran/MATLAB uses column-major order.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Row-major formula: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A[i][j] = Base + (i x cols + j) x size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Column-major formula: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A[i][j] = Base + (j x rows + i) x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477645" y="323111"/>
            <a:ext cx="842639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2D Array Layout, Memory Mapping and Applications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00" y="1156267"/>
            <a:ext cx="7866682" cy="36056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Operations on 2D Arrays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Traversal: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Visit every element using nested loops: for i=0 to r-1: for j=0 to c-1: process A[i][j]. Time: O(r x c).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Matrix Addition: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C[i][j] = A[i][j] + B[i][j] for all i, j. Requires both matrices same dimensions. Time: O(n sq.).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Matrix Multiplication: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C[i][j] = sum over k of A[i][k] x B[k][j]. Requires A cols = B rows. Time: O(n cubed) naive.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Transpose: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Swap A[i][j] and A[j][i]. For an n x n matrix: Time O(n sq.), Space O(1) in-place.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3D example: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colour image: pixels[height][width][3] where 3 channels are R, G, 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2D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arrays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are matrices of rows x columns stored linearly in memory (row-major in C/C++).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Row-major address: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A[i][j] = Base + (i x cols + j) x size.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Column-major address: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A[i][j] = Base + (j x rows + i) x size (Fortran/MATLAB).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3D arrays extend to planes x rows x cols; used in image (RGB), scientific, and game data.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Key applications: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image processing, matrix algebra, spreadsheets, weather simulation, game 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Chapter 1.3 — Introduction to Linked Lists: singly linked list, traversal, insertion, and deletion.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89" y="2371789"/>
            <a:ext cx="6675022" cy="2118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For int A[4][5] with Base=3000, find the address of A[2][3] using row-major order. (int=4 bytes)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Write the algorithm for multiplying two n x n matrices. What is its time complexity?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How is a colour image represented as a 3D array? What does each dimension represent?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Articles/ Videos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834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Seymour Lipschutz, Data Structures, Schaum's Outlines, McGraw-Hill, Ch. 4-5.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Reema Thareja, Data Structures Using C, Oxford University Press, Ch. 3.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— Multidimensional Arrays: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https://www.geeksforgeeks.org/multidimensional-arrays-in-c/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737</Words>
  <Application>Microsoft Office PowerPoint</Application>
  <PresentationFormat>On-screen Show (16:9)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Calibri</vt:lpstr>
      <vt:lpstr>Vladimir Script</vt:lpstr>
      <vt:lpstr>Arial</vt:lpstr>
      <vt:lpstr>Cambria</vt:lpstr>
      <vt:lpstr>Lato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75</cp:revision>
  <dcterms:modified xsi:type="dcterms:W3CDTF">2026-05-15T07:55:23Z</dcterms:modified>
</cp:coreProperties>
</file>
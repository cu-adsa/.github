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Vladimir Script" panose="03050402040407070305" pitchFamily="66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0" autoAdjust="0"/>
    <p:restoredTop sz="94660"/>
  </p:normalViewPr>
  <p:slideViewPr>
    <p:cSldViewPr snapToGrid="0">
      <p:cViewPr>
        <p:scale>
          <a:sx n="123" d="100"/>
          <a:sy n="123" d="100"/>
        </p:scale>
        <p:origin x="235" y="-2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o.net/en/sorting" TargetMode="External"/><Relationship Id="rId2" Type="http://schemas.openxmlformats.org/officeDocument/2006/relationships/hyperlink" Target="https://www.geeksforgeeks.org/quick-sort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(CS220)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1.1                   Lecture No. 10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Quick Sort and Complexity Analysis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Understand the divide-and-conquer strategy used by Quick Sort.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Trace the Partition function and the Quick Sort recursion on an array.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Analyse best, average, and worst-case complexity of Quick Sort.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Identify strategies to avoid worst-case behaviour (pivot selection).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144001" cy="444600"/>
            <a:chOff x="0" y="6299"/>
            <a:chExt cx="5654369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116843" y="4970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Quick Sort — Algorithm and Partition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6" y="109516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Strategy: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Divide and Conquer — choose a pivot, partition array so all elements less-than pivot go left, all greater go right.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Partition: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PARTITION(A, lo, hi): pivot=A[hi]; i=lo-1; For j=lo to hi-1: if A[j] &lt;= pivot: i++, swap A[i],A[j]; swap A[i+1],A[hi]; return i+1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Quick Sort: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QUICKSORT(A, lo, hi): if lo less-than hi: p = PARTITION(A,lo,hi); QUICKSORT(A,lo,p-1); QUICKSORT(A,p+1,hi)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Pivot choice: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Last element, first element.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884711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Quick Sort — Partition and Recursion Visual Trace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247" y="1265931"/>
            <a:ext cx="7431253" cy="3406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Quick Sort — Complexity Analysis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Best case: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O(n log n) — pivot always splits array into two equal halves (balanced partition).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Average case: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O(n log n) — on random input, expected balanced splits; constant factor smaller than Merge Sort.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Worst case: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O(n sq.) — pivot is always the smallest or largest element (e.g. sorted array with last-element pivot).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Space complexity: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O(log n) average for recursion stack. O(n) worst case (unbalanced recursion).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Quick Sort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uses divide-and-conquer: partition around a pivot, recurse on sub-arrays.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PARTITION places pivot in its correct position; all left elements are smaller, all right are larger.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Best/Average case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: O(n log n). Worst case: O(n sq.) with bad pivot on sorted input.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Space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: O(log n) average recursion stack. Not stable by default.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Use randomised pivot or median-of-three to avoid worst-case behaviour in practice.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0" y="218172"/>
            <a:ext cx="902524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Merge Sort — merge operation, recursion tree, and guaranteed O(n log n) complexity.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239" y="2590394"/>
            <a:ext cx="6512767" cy="20670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FAQ's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Trace Quick Sort on A = [3, 6, 8, 10, 1, 2, 1] with last element as pivot. Show partitions.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Why does Quick Sort have O(n sq.) worst case? When does this occur?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Compare Quick Sort and Merge Sort in terms of time complexity, space, and stability.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References/ Articles/ Videos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Cormen et al., Introduction to Algorithms (CLRS), 3rd Ed., MIT Press, Ch. 7.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GeeksforGeeks — Quick Sort: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2"/>
              </a:rPr>
              <a:t>https://www.geeksforgeeks.org/quick-sort/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Visualgo — Sorting: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3"/>
              </a:rPr>
              <a:t>https://visualgo.net/en/sorting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647</Words>
  <Application>Microsoft Office PowerPoint</Application>
  <PresentationFormat>On-screen Show (16:9)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Times New Roman</vt:lpstr>
      <vt:lpstr>Calibri</vt:lpstr>
      <vt:lpstr>Vladimir Script</vt:lpstr>
      <vt:lpstr>Arial</vt:lpstr>
      <vt:lpstr>Cambria</vt:lpstr>
      <vt:lpstr>Lato</vt:lpstr>
      <vt:lpstr>Arial Black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74</cp:revision>
  <dcterms:modified xsi:type="dcterms:W3CDTF">2026-05-15T07:48:30Z</dcterms:modified>
</cp:coreProperties>
</file>
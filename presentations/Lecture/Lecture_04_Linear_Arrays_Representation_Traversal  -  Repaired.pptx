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309" r:id="rId2"/>
    <p:sldId id="310" r:id="rId3"/>
    <p:sldId id="311" r:id="rId4"/>
    <p:sldId id="312" r:id="rId5"/>
    <p:sldId id="313" r:id="rId6"/>
    <p:sldId id="314" r:id="rId7"/>
    <p:sldId id="315" r:id="rId8"/>
    <p:sldId id="316" r:id="rId9"/>
    <p:sldId id="317" r:id="rId10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2"/>
    </p:embeddedFont>
    <p:embeddedFont>
      <p:font typeface="Cambria" panose="02040503050406030204" pitchFamily="18" charset="0"/>
      <p:regular r:id="rId13"/>
      <p:bold r:id="rId14"/>
      <p:italic r:id="rId15"/>
      <p:boldItalic r:id="rId16"/>
    </p:embeddedFon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Vladimir Script" panose="03050402040407070305" pitchFamily="66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6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  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arrays-in-c-cpp/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9199" y="394320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63765" y="802415"/>
            <a:ext cx="8065886" cy="4285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 AND TECHNOLOGY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TT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Engineering (B.E.) – CSE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Advanced Data Structures / Semester 3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(CS221)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1                      Chapter No. 1.1                   Lecture No. 4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Linear Arrays – Representation and Traversal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Abhishek Thakur (E19789)				Technical Trainer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Soura</a:t>
            </a:r>
            <a: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v Jaiswal (E19756)-MSC				Technical Trainer</a:t>
            </a:r>
            <a:endParaRPr lang="en-US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2026-27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July-Dec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50842" y="218172"/>
            <a:ext cx="8974401" cy="444600"/>
            <a:chOff x="-452851" y="6299"/>
            <a:chExt cx="6033785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-452851" y="28003"/>
              <a:ext cx="6012081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2BF4C75-B6D5-0F71-7046-B3B05669B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82F60C0-9493-6D30-C2FB-A190B5DAFBD4}"/>
              </a:ext>
            </a:extLst>
          </p:cNvPr>
          <p:cNvSpPr txBox="1"/>
          <p:nvPr/>
        </p:nvSpPr>
        <p:spPr>
          <a:xfrm>
            <a:off x="83125" y="1082770"/>
            <a:ext cx="8942119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Define a linear array and understand contiguous memory storage.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Compute the address of any element using the address formula.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Trace the traversal algorithm on a 1D array step by step.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Distinguish between row-major and column-major 2D array layouts.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What is a Linear Array?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241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Array: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 fixed-size, ordered collection of elements of the same data type stored in contiguous memory.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Homogeneous: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All elements share the same data type (e.g. all int, all float).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Index-based: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Each element is accessed in O(1) time using its index (0-indexed in C).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Static: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Size must be declared at compile time; cannot grow or shrink dynamically.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Operations: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Traversal, Insertion, Deletion, Searching, Sorting.</a:t>
            </a:r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353" y="3616349"/>
            <a:ext cx="6153293" cy="15271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83127" y="218172"/>
            <a:ext cx="9211472" cy="576866"/>
            <a:chOff x="0" y="6299"/>
            <a:chExt cx="5810776" cy="576866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73250" y="18197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Array Memory Representation, Address Formula &amp; Traversal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079442-C689-D16E-FD88-DB3177282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53" y="1234269"/>
            <a:ext cx="7500332" cy="34377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8E7EC62-47A6-0446-A91D-ECD79632D1B7}"/>
              </a:ext>
            </a:extLst>
          </p:cNvPr>
          <p:cNvGrpSpPr/>
          <p:nvPr/>
        </p:nvGrpSpPr>
        <p:grpSpPr>
          <a:xfrm>
            <a:off x="83127" y="218172"/>
            <a:ext cx="894211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4C941DB-8239-E100-09AC-A9EFDD19976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6925805-914E-BA70-5D3C-8341ECCFCA4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Summary of the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A8A9E1A-C5D3-C012-9EAF-104944754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F2DF282-8D00-4EFA-4D08-6B9ABBAA7A52}"/>
              </a:ext>
            </a:extLst>
          </p:cNvPr>
          <p:cNvSpPr txBox="1"/>
          <p:nvPr/>
        </p:nvSpPr>
        <p:spPr>
          <a:xfrm>
            <a:off x="83127" y="1101387"/>
            <a:ext cx="894211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Arrays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store elements in contiguous memory, accessible via index in O(1) time.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Address formula (0-indexed):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Address(A[i]) = Base + i × element_size.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Traversal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visits every element from index 0 to n-1 in O(n) time, O(1) space.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2D Row-Major: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A[i][j] = Base + (i x cols + j) x size — used in C/C++.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2D Column-Major: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A[i][j] = Base + (j x rows + i) x size — used in Fortran.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5D0218A6-9BF1-9083-EB88-7F511EEA18C0}"/>
              </a:ext>
            </a:extLst>
          </p:cNvPr>
          <p:cNvGrpSpPr/>
          <p:nvPr/>
        </p:nvGrpSpPr>
        <p:grpSpPr>
          <a:xfrm>
            <a:off x="0" y="218172"/>
            <a:ext cx="9025246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7463C9E-EE99-A9D7-FCED-1185005F48F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7989E15-3DCD-C8F4-3603-7387C0C582C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Next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21A92BF-2EAE-86ED-1A52-97FD472F5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EC51C08-00CA-303F-88CF-6761C177812F}"/>
              </a:ext>
            </a:extLst>
          </p:cNvPr>
          <p:cNvSpPr txBox="1"/>
          <p:nvPr/>
        </p:nvSpPr>
        <p:spPr>
          <a:xfrm>
            <a:off x="83127" y="1101387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Insertion and Deletion in Arrays – algorithms, step-by-step trace, and complexity.</a:t>
            </a:r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29" y="2623130"/>
            <a:ext cx="5916388" cy="18777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68752" y="218172"/>
            <a:ext cx="8956493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FAQ's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Q1. Given int A[6] with Base=2000, compute the address of A[4]. (int = 4 bytes)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Q2. Write the pseudocode algorithm for traversing a 1D array of n elements.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Q3. How does row-major order differ from column-major order in 2D arrays?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References/ Articles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101387"/>
            <a:ext cx="8942119" cy="241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Seymour Lipschutz, Data Structures, Schaum's Outlines, McGraw-Hill, Ch. 4.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Reema Thareja, Data Structures Using C, Oxford University Press, Ch. 3.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GeeksforGeeks – Arrays in C/C++: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  <a:hlinkClick r:id="rId2"/>
              </a:rPr>
              <a:t>https://www.geeksforgeeks.org/arrays-in-c-cpp/</a:t>
            </a:r>
            <a:endParaRPr lang="en-US" sz="280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abhishek.e19789@cumail.in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903</TotalTime>
  <Words>492</Words>
  <Application>Microsoft Office PowerPoint</Application>
  <PresentationFormat>On-screen Show (16:9)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Times New Roman</vt:lpstr>
      <vt:lpstr>Calibri</vt:lpstr>
      <vt:lpstr>Vladimir Script</vt:lpstr>
      <vt:lpstr>Arial</vt:lpstr>
      <vt:lpstr>Cambria</vt:lpstr>
      <vt:lpstr>Arial Black</vt:lpstr>
      <vt:lpstr>Lato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Abhishek Thakur</cp:lastModifiedBy>
  <cp:revision>74</cp:revision>
  <dcterms:modified xsi:type="dcterms:W3CDTF">2026-05-15T07:30:09Z</dcterms:modified>
</cp:coreProperties>
</file>
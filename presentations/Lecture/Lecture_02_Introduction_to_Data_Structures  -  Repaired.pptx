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Vladimir Script" panose="03050402040407070305" pitchFamily="66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ata-structures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(CS221)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2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Introduction to Data Structures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Define data structures and understand their role in programming.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Classify data structures into primitive and non-primitive types.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Identify linear vs. non-linear data structures with real-world examples.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Understand common operations performed on data 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What is a Data Structure?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Data Structure: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named collection of data items organised so they can be stored, accessed, and manipulated efficiently.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Why needed: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To store and manage large amounts of data and enable fast operations — search, insert, delete, sort.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Key properties: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Defines the relationship between data elements and the operations that can be applied to them.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Examples: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Array, Linked List, Stack, Queue, Tree, Graph, Hash Table.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Choosing wisely: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The right data structure is critical for writing efficient algorithms and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Classification of Data Structures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28" y="1168583"/>
            <a:ext cx="7885343" cy="36141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Applications of Data Structures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Databases: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B-Trees and Hash Tables enable fast record lookup and indexing.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Operating Systems: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Queues manage CPU process scheduling; Stacks handle function calls.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GPS / Navigation: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Graphs model road networks; Dijkstra finds shortest paths.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Compilers: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Stacks evaluate arithmetic expressions and manage syntax trees.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Social Networks: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Graphs model user connections and drive friend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data structure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organises data for efficient storage, access, and modification.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Primitive types: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int, float, char, bool. Non-primitive: Array, List, Tree, Graph.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Linear structures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(Array, Stack, Queue) store elements sequentially.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Non-linear structures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(Tree, Graph) represent hierarchical or networked data.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Choosing the right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data structure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is fundamental to efficient algorithm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Introduction to Sorting; Algorithm Complexity, Time-Space Tradeoff &amp; Asymptotic Notations.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742" y="2711081"/>
            <a:ext cx="6132515" cy="19463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What is a data structure? How does it differ from a data type?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Differentiate between linear and non-linear data structures with two examples each.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List four operations commonly performed on data structures.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Seymour Lipschutz, Data Structures, Schaum's Outlines, McGraw-Hill.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Reema Thareja, Data Structures Using C, Oxford University Press, 2nd Ed.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https://www.geeksforgeeks.org/data-structures/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496</Words>
  <Application>Microsoft Office PowerPoint</Application>
  <PresentationFormat>On-screen Show (16:9)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Times New Roman</vt:lpstr>
      <vt:lpstr>Calibri</vt:lpstr>
      <vt:lpstr>Vladimir Script</vt:lpstr>
      <vt:lpstr>Lato</vt:lpstr>
      <vt:lpstr>Arial</vt:lpstr>
      <vt:lpstr>Cambria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74</cp:revision>
  <dcterms:modified xsi:type="dcterms:W3CDTF">2026-05-15T07:23:56Z</dcterms:modified>
</cp:coreProperties>
</file>
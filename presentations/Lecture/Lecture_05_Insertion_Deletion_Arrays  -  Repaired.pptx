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Vladimir Script" panose="03050402040407070305" pitchFamily="66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o.net/en/array" TargetMode="External"/><Relationship Id="rId2" Type="http://schemas.openxmlformats.org/officeDocument/2006/relationships/hyperlink" Target="https://www.geeksforgeeks.org/array-data-structure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(CS221)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5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Insertion &amp; Deletion in Arrays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Write the algorithm for inserting an element at any position in an array.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Write the algorithm for deleting an element from any position in an array.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Analyse the time complexity of both insertion and deletion operations.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Identify when arrays are unsuitable and linked lists are preferred.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Insertion in an Array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Problem: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Insert element X at position POS in array A of current size 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Precondition: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Array must have capacity &gt;= N+1 to hold the new element.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Algorithm: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INSERT(A,N,POS,X): k=N; while k&gt;=POS: A[k+1]=A[k], k--; A[POS]=X; N++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Best case: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O(1) — inserting at the end (no shifting needed).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Worst case: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O(n) — inserting at index 0 (all N elements must shift right).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353" y="3616349"/>
            <a:ext cx="6153293" cy="1527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Insertion – Step-by-Step Visual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00" y="1249834"/>
            <a:ext cx="7747839" cy="35511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Deletion in an Array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Problem: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Delete element at position POS from array A of size 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Algorithm: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DELETE(A,N,POS): X=A[POS]; k=POS; while k&lt;N-1: A[k]=A[k+1], k++; N--; return X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Best case: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O(1) — deleting from the end (no shifting needed).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Worst case: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O(n) — deleting from index 0 (all remaining elements shift left).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Limitation: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Frequent mid-array deletions make arrays inefficient; prefer Linked Lists.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Deletion – Step-by-Step Visual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06" y="1218521"/>
            <a:ext cx="7926594" cy="36330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Insertion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at POS shifts elements right; worst case O(n) when inserting at index 0.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Deletion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at POS shifts elements left; worst case O(n) when deleting from index 0.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Both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operations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are O(1) when performed at the end of the array.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Array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must be pre-sized with sufficient capacity before insertion.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Frequent mid-array insertions/deletions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-&gt; prefer Linked Lists (O(1) pointer update).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Searching – Linear Search algorithm and complexity analysis.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287" y="2542983"/>
            <a:ext cx="6421426" cy="20380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FAQ's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Insert 25 at position 2 in A=[5,10,20,30,40]. Show each step of the algorithm.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What is the worst-case time complexity of array deletion? When does it occur?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Why are arrays unsuitable for applications with frequent mid-array insertions?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34878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References/ Articles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Seymour Lipschutz, Data Structures, Schaum's Outlines, McGraw-Hill.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 – Array Insertion: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https://www.geeksforgeeks.org/array-data-structure/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Visualgo – Array Visualiser: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3"/>
              </a:rPr>
              <a:t>https://visualgo.net/en/array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577</Words>
  <Application>Microsoft Office PowerPoint</Application>
  <PresentationFormat>On-screen Show (16:9)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Times New Roman</vt:lpstr>
      <vt:lpstr>Lato</vt:lpstr>
      <vt:lpstr>Calibri</vt:lpstr>
      <vt:lpstr>Vladimir Script</vt:lpstr>
      <vt:lpstr>Arial</vt:lpstr>
      <vt:lpstr>Cambria</vt:lpstr>
      <vt:lpstr>Arial Black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74</cp:revision>
  <dcterms:modified xsi:type="dcterms:W3CDTF">2026-05-15T07:32:26Z</dcterms:modified>
</cp:coreProperties>
</file>
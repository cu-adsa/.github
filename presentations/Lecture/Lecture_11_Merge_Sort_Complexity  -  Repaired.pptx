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Vladimir Script" panose="03050402040407070305" pitchFamily="66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>
      <p:cViewPr>
        <p:scale>
          <a:sx n="123" d="100"/>
          <a:sy n="123" d="100"/>
        </p:scale>
        <p:origin x="235" y="-2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sorting" TargetMode="External"/><Relationship Id="rId2" Type="http://schemas.openxmlformats.org/officeDocument/2006/relationships/hyperlink" Target="https://www.geeksforgeeks.org/merge-sort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(CS220)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11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Merging Arrays and Merge Sort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how to merge two sorted arrays efficiently in O(n+m) time.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Trace the Merge Sort algorithm using a recursion tree diagram.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Derive the O(n log n) time complexity of Merge Sort from its recurrence.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Compare Merge Sort with Bubble Sort and Quick Sort in practical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Merging Two Sorted Arrays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Problem: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Given two sorted arrays A[0..m-1] and B[0..n-1], produce a single sorted array C[0..m+n-1].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Use two pointers i=0, j=0. While i less-than m and j less-than n: if A[i] less-than= B[j]: C[k++]=A[i++]; else: C[k++]=B[j++]. Copy remaining elements.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Time complexity: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O(m+n) — each element is visited exactly once.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 complexity: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O(m+n) — auxiliary array C needed to hold merged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9154833" cy="545219"/>
            <a:chOff x="0" y="6299"/>
            <a:chExt cx="5775047" cy="545219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37521" y="150326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Merging Two Sorted Arrays — Step-by-Step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81" y="1233467"/>
            <a:ext cx="7661408" cy="3511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Merge Sort — Algorithm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Strategy: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Divide and Conquer — recursively split array into halves until single elements, then merge back.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MERGESORT(A, lo, hi): if lo less-than hi: mid=(lo+hi)/2; MERGESORT(A,lo,mid); MERGESORT(A,mid+1,hi); MERGE(A,lo,mid,hi)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Recurrence: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T(n) = 2T(n/2) + O(n). By Master Theorem: T(n) = O(n log 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Guaranteed: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 log n) in ALL cases — best, average, and worst. No bad pivot problem.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Trade-off: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Requires O(n) extra space for auxiliary array.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385499" y="304800"/>
            <a:ext cx="8711784" cy="372306"/>
            <a:chOff x="0" y="6299"/>
            <a:chExt cx="5684861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147335" y="4970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Merge Sort — Recursion Tree and Merge Phase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63" y="1240271"/>
            <a:ext cx="7487237" cy="34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Merging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two sorted arrays of sizes m and n takes O(m+n) time and O(m+n) space.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Merge Sort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recursively splits the array into halves and merges sorted sub-arrays.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Recurrence: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T(n) = 2T(n/2) + O(n), solved to T(n) = O(n log n) by Master Theorem.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Merge Sort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is stable and guaranteed O(n log n) — no worst-case degradation unlike Quick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Trade-off: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O(n) extra space required. Preferred for linked lists and external sorting.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Multi-dimensional Arrays — 2D/3D representation, address formulas, and applications.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04" y="2385341"/>
            <a:ext cx="6148591" cy="1951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Write the MERGE algorithm for two sorted arrays. What is its time and space complexity?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Trace Merge Sort on A = [38, 27, 43, 3]. Show all splits and merges step by step.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Derive the O(n log n) complexity of Merge Sort using the recurrence relation T(n) = 2T(n/2) + 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 et al., Introduction to Algorithms (CLRS), 3rd Ed., MIT Press, Ch. 2.3, 4.5.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— Merge Sort: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https://www.geeksforgeeks.org/merge-sort/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— 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https://visualgo.net/en/sorting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714</Words>
  <Application>Microsoft Office PowerPoint</Application>
  <PresentationFormat>On-screen Show (16:9)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Times New Roman</vt:lpstr>
      <vt:lpstr>Calibri</vt:lpstr>
      <vt:lpstr>Lato</vt:lpstr>
      <vt:lpstr>Vladimir Script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2026-05-15T07:52:12Z</dcterms:modified>
</cp:coreProperties>
</file>
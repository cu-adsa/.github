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gear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-182880" y="1097280"/>
            <a:ext cx="3291840" cy="3291840"/>
          </a:xfrm>
          <a:prstGeom prst="rect">
            <a:avLst/>
          </a:prstGeom>
        </p:spPr>
      </p:pic>
      <p:pic>
        <p:nvPicPr>
          <p:cNvPr id="3" name="Image 1" descr="cu_bann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4592"/>
            <a:ext cx="731520" cy="960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0" y="164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Session 2026-27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0" y="438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 Semester July-Dec 2026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371600" y="9144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INSTITUTE OF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1371600" y="1417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TT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1371600" y="2011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DATA STRUCTURE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371600" y="2331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000" b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71600" y="2606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(25CSH-242)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48640" y="32918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Abhishek Thakur (E19789)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Sourav Jaiswal (E19756) – MSC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Trainer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754880" y="329184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CUmail-ID :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Sourav.e19756@cumail.in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abhishek.e19789@cumail.in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 flipH="1">
            <a:off x="7680960" y="4434840"/>
            <a:ext cx="1463040" cy="713232"/>
          </a:xfrm>
          <a:prstGeom prst="rtTriangl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04 — Overview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51560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766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Experiment No.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Title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of Heap Sort Using Heap Data Structure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Objective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 Heap Sort using a Max-Heap and the heapify operation, achieving O(n log n) in all cases.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 Mapping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CO2 — Implement heap-based sorting algorithms.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Key Concepts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/ Min Heap  |  Heapify  |  Build Heap O(n)  |  Extract Max  |  In-Place Sorting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Tools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/ Java / C++  |  IDE (VS Code / Eclipse / g++)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Heap &amp; Heap Sort Overview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20040" y="1371600"/>
            <a:ext cx="4160520" cy="3520440"/>
          </a:xfrm>
          <a:prstGeom prst="rect">
            <a:avLst/>
          </a:prstGeom>
          <a:solidFill>
            <a:srgbClr val="FBEEF0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960120"/>
            <a:ext cx="4160520" cy="41148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960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HEAP DATA STRUCTURE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38862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binary tree (filled level by level) stored compactly in an array.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relations: for node i, left = 2i+1, right = 2i+2, parent = (i-1)/2.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Max-Heap: parent ≥ children — root holds the maximum element.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Min-Heap: parent ≤ children — root holds the minimum element.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Heapify restores the heap property at one node in O(log n).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Build-Heap is O(n), not O(n log n), thanks to a geometric-series bound.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4160520" cy="3520440"/>
          </a:xfrm>
          <a:prstGeom prst="rect">
            <a:avLst/>
          </a:prstGeom>
          <a:solidFill>
            <a:srgbClr val="EEF2F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960120"/>
            <a:ext cx="416052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960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HEAP SORT ALGORITHM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00600" y="1508760"/>
            <a:ext cx="38862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build a Max-Heap from the input array using O(n) heapify calls.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swap arr[0] (max) with arr[end], shrink heap by one, and heapify root.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extraction n−1 times → output is sorted ascending in the same array.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time: O(n) build + O(n log n) extraction = O(n log n) overall.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Space: O(1) — sorts in-place with no extra arrays (recursion stack is O(log n)).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stable: equal elements may be reordered during heapify.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141732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1005840"/>
            <a:ext cx="2862072" cy="41148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0058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Max-Heap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84048" y="149047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parent ≥ its children. Root is always the largest element — the cornerstone of heap sort.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9544" y="141732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9544" y="1005840"/>
            <a:ext cx="2862072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9544" y="10058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Heapify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319272" y="149047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 node with both children; swap with the larger and recurse downward. Runs in O(log n).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44768" y="141732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44768" y="1005840"/>
            <a:ext cx="2862072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44768" y="10058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Build-Heap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54496" y="149047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heapify to every non-leaf node from index n/2−1 down to 0. Total work is bounded by O(n).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342900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3017520"/>
            <a:ext cx="2862072" cy="41148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30175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 Max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84048" y="350215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root with the last element, reduce heap size, then heapify the new root. Repeated n−1 times to sort.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9544" y="342900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09544" y="3017520"/>
            <a:ext cx="2862072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9544" y="30175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In-Place Sort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319272" y="350215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only the input array — no auxiliary data. Memory footprint is O(1) ignoring recursion.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44768" y="342900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44768" y="3017520"/>
            <a:ext cx="2862072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44768" y="30175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Stable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254496" y="350215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Heap sort may swap equal keys during heapify; if relative order matters, prefer Merge Sort.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FBEEF0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00584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B222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algn="l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an Array (LeetCode #912)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an array of integers nums, sort the array in ascending order and return it. You must implement Heap Sort without using any built-in sort function. First build a Max-Heap, then repeatedly extract the maximum to achieve sorted ascending order.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74320" y="1965960"/>
            <a:ext cx="859536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>
            <a:hlinkClick r:id="rIdundefined" tooltip=""/>
          </p:cNvPr>
          <p:cNvSpPr/>
          <p:nvPr/>
        </p:nvSpPr>
        <p:spPr>
          <a:xfrm>
            <a:off x="411480" y="19659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</a:t>
            </a:r>
            <a:pPr algn="l" indent="0" marL="0">
              <a:buNone/>
            </a:pPr>
            <a:r>
              <a:rPr lang="en-US" sz="1100" b="1" u="sng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 Reference:  https://leetcode.com/problems/sort-an-array/  (#912)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Cases: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43200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4480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Expected Output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Explanation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 = [5,2,3,1]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[1,2,3,5]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Sorted ascending using heap sort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 = [5,1,1,2,0,0]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[0,0,1,1,2,5]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Handles duplicate elements correctly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 = [1]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element — trivially sorted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nums = [3,2,1]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[1,2,3]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Reverse-sorted worst case for many sorts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1325880"/>
            <a:ext cx="4297680" cy="3611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960120"/>
            <a:ext cx="429768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60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 Approach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572768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1508760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heapify on every non-leaf node from index (n/2 − 1) down to 0 → Max-Heap built in O(n).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240280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2176272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arr[0] with arr[i] for i from n−1 down to 1, moving the current max to the end.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907792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" y="2843784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each swap, reduce heap size by 1 and heapify the new root to restore the heap property.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575304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60120" y="3511296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extraction n−1 times — the array becomes sorted in ascending order in-place.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242816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60120" y="4178808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by scanning once that arr[i] ≤ arr[i+1] for all i.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Analysis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371600"/>
          <a:ext cx="41605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508760"/>
                <a:gridCol w="1234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Approach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Time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Space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Case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Worst Case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4709160" y="2834640"/>
            <a:ext cx="416052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709160" y="2834640"/>
            <a:ext cx="64008" cy="637032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73752" y="2871216"/>
            <a:ext cx="3922776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222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Build-Heap is O(n), not O(n log n): 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nodes are near the leaves where heapify does little work — the geometric series sums to O(n).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709160" y="3544824"/>
            <a:ext cx="416052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709160" y="3544824"/>
            <a:ext cx="64008" cy="637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73752" y="3581400"/>
            <a:ext cx="3922776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Arithmetic: 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Memorize: left = 2i+1, right = 2i+2, parent = (i-1)/2. These three formulas drive every heap operation.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709160" y="4255008"/>
            <a:ext cx="416052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709160" y="4255008"/>
            <a:ext cx="64008" cy="637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873752" y="4291584"/>
            <a:ext cx="3922776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Heap Sort? 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O(n log n) worst case with O(1) extra space — ideal for memory-constrained or real-time systems where Quick Sort's O(n²) risk is unacceptable.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Pseudocode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960120"/>
            <a:ext cx="416052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960120"/>
            <a:ext cx="416052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60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 Sort  —  O(n log n)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417320"/>
            <a:ext cx="3886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heapSort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Phase 1: Build Max-Heap (bottom-up)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heapify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Phase 2: Extract max one by one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   </a:t>
            </a:r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move max to end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heapify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</a:t>
            </a:r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shrink heap, re-heapify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Trace for [5, 2, 3, 1]: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Build:    [5, 2, 3, 1]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Extract:  [3, 2, 1 | 5]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Extract:  [2, 1 | 3, 5]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Extract:  [1 | 2, 3, 5]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Result:   [1, 2, 3, 5]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09160" y="960120"/>
            <a:ext cx="416052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Heapify  —  O(log n)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1417320"/>
            <a:ext cx="3886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heapify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heapify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Index relations: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parent of i = (i - 1) / 2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left  child = 2 * i + 1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right child = 2 * i + 2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Implementation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960120"/>
            <a:ext cx="283464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960120"/>
            <a:ext cx="28346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1399032"/>
            <a:ext cx="265176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iostream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heapify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[],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heapify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heapSort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[],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heapify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heapify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1 2 3 5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182112" y="960120"/>
            <a:ext cx="283464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82112" y="960120"/>
            <a:ext cx="2834640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82112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 (Functional Style)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73552" y="1399032"/>
            <a:ext cx="265176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HeapSort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heapify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heapify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heapify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heapify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Output: [1, 2, 3, 5]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89904" y="960120"/>
            <a:ext cx="283464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9904" y="960120"/>
            <a:ext cx="283464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9904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81344" y="1399032"/>
            <a:ext cx="265176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heapify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heapify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heap_sort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Phase 1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//2 - 1, -1, -1):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heapify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Phase 2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-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heapify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heap_sort([5,2,3,1]) → [1,2,3,5]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B2223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005840"/>
            <a:ext cx="164592" cy="160020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14300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222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554480" y="118872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CO1: Represent a heap compactly as an array using parent/child index arithmetic.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00584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1005840"/>
            <a:ext cx="164592" cy="1600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114300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897880" y="118872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CO2: Implement heapify and use it to build a Max-Heap from an arbitrary array.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278892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788920"/>
            <a:ext cx="164592" cy="1600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92608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1554480" y="29718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CO3: Implement Heap Sort and trace it step by step on a sample input.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09160" y="278892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2D8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2788920"/>
            <a:ext cx="164592" cy="1600200"/>
          </a:xfrm>
          <a:prstGeom prst="rect">
            <a:avLst/>
          </a:prstGeom>
          <a:solidFill>
            <a:srgbClr val="6B2D8C"/>
          </a:solidFill>
          <a:ln w="12700">
            <a:solidFill>
              <a:srgbClr val="6B2D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83480" y="292608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2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5897880" y="29718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CO4: Compare Heap Sort with Quick Sort and Merge Sort on stability, space, and worst-case time.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194560" y="4709160"/>
            <a:ext cx="475488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9456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 Mapping: CO2 — Heap Sorting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04 — Implementation of Heap Sort Using Heap Data Structure</dc:title>
  <dc:subject>PptxGenJS Presentation</dc:subject>
  <dc:creator>Chandigarh University — DSA Lab</dc:creator>
  <cp:lastModifiedBy>Chandigarh University — DSA Lab</cp:lastModifiedBy>
  <cp:revision>1</cp:revision>
  <dcterms:created xsi:type="dcterms:W3CDTF">2026-05-13T03:22:05Z</dcterms:created>
  <dcterms:modified xsi:type="dcterms:W3CDTF">2026-05-13T03:22:05Z</dcterms:modified>
</cp:coreProperties>
</file>
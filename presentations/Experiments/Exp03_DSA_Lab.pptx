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gear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182880" y="1097280"/>
            <a:ext cx="3291840" cy="3291840"/>
          </a:xfrm>
          <a:prstGeom prst="rect">
            <a:avLst/>
          </a:prstGeom>
        </p:spPr>
      </p:pic>
      <p:pic>
        <p:nvPicPr>
          <p:cNvPr id="3" name="Image 1" descr="cu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"/>
            <a:ext cx="7315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64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Session 2026-27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0" y="438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Semester July-Dec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71600" y="914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INSTITUTE OF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37160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TT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STRUCTURE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000" b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(25CSH-242)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Thakur (E19789)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Jaiswal (E19756) – MSC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Trainer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CUmail-ID 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Sourav.e19756@cumail.in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abhishek.e19789@cumail.in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 flipH="1">
            <a:off x="7680960" y="4434840"/>
            <a:ext cx="1463040" cy="713232"/>
          </a:xfrm>
          <a:prstGeom prst="rtTriangl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03 —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Experiment No.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Title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of AVL Trees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a self-balancing AVL tree with all four rotations to guarantee O(log n) operations.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 Mapping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CO2 — Implement and analyze tree data structures.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Concepts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Factor  |  LL Rotation  |  RR Rotation  |  LR / RL Rotation  |  Height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/ Java / C++  |  IDE (VS Code / Eclipse / g++)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AVL: Self-Balancing BST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371600"/>
            <a:ext cx="4160520" cy="352044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AVL?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BST degrades to O(n) when keys are inserted in sorted order — it becomes a linked list.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 trees (Adelson-Velsky &amp; Landis, 1962) were the first self-balancing BST proposed.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node maintains a Balance Factor (BF) restricted to -1, 0, or +1.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insertion or deletion violates this, a rotation restores balance.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 guarantees O(log n) height — and therefore O(log n) operations — at all times.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faster lookups than Red-Black trees but slower insertions due to stricter balancing.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160520" cy="3520440"/>
          </a:xfrm>
          <a:prstGeom prst="rect">
            <a:avLst/>
          </a:prstGeom>
          <a:solidFill>
            <a:srgbClr val="EEF2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ROTATIONS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 (left-heavy, key goes left of left child) → single Right Rotation.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(right-heavy, key goes right of right child) → single Left Rotation.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(left-heavy, key goes right of left child) → Left rotate child, then Right rotate node.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(right-heavy, key goes left of right child) → Right rotate child, then Left rotate node.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rotation is local — touches only 2 to 3 pointers — making it O(1).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insertion, only one rotation along the search path is ever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Factor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BF(n) = height(left) − height(right). Must stay within {-1, 0, +1}; otherwise rotation is triggered.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9544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 Rotation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19272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 BF &gt; 1 and key inserted into left subtree of left child. Resolved by a single right rotation.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768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 Rotation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54496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 BF &lt; -1 and key inserted into right subtree of right child. Resolved by a single left rotation.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Rotation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4048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 BF &gt; 1 but key went into right subtree of left child. Resolved by left-then-right rotation.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9544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Rotation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19272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 BF &lt; -1 but key went into left subtree of right child. Resolved by right-then-left rotation.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44768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Height Update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54496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recursive return, update height = 1 + max(h(left), h(right)) before checking balance.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a Binary Search Tree (LeetCode #1382)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root of a Binary Search Tree, return a balanced BST with the same node values. A BST is balanced if the depth of the two subtrees of every node never differs by more than 1. Your implementation must use AVL rotations to achieve and maintain balance.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>
            <a:hlinkClick r:id="rIdundefined" tooltip=""/>
          </p:cNvPr>
          <p:cNvSpPr/>
          <p:nvPr/>
        </p:nvSpPr>
        <p:spPr>
          <a:xfrm>
            <a:off x="41148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pPr algn="l" indent="0" marL="0">
              <a:buNone/>
            </a:pPr>
            <a:r>
              <a:rPr lang="en-US" sz="1100" b="1" u="sng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Reference:  https://leetcode.com/problems/balance-a-binary-search-tree/  (#1382)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Expected 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Explanation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root=[1,null,2,null,3,null,4]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[2,1,3,null,null,null,4]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Right-skewed tree balanced via rotations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root=[2,1,3]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[2,1,3]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balanced — no rotation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root=[1,null,2]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[1,null,2]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Two-node tree; both layouts are valid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root=[3,2,null,1]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[2,1,3]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Left-skewed tree balanced via LL rotation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325880"/>
            <a:ext cx="429768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Approach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standard BST insertion, recursing into the correct subtree based on key comparison.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76272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way back up, update height of each ancestor: height = 1 + max(h(left), h(right)).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2843784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balance factor of every visited node: BF = h(left) − h(right).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51129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BF &gt; 1 and key &lt; left.val → LL → right rotation; if BF &gt; 1 and key &gt; left.val → LR.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4178808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BF &lt; -1 and key &gt; right.val → RR → left rotation; if BF &lt; -1 and key &lt; right.val → RL.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0876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Approach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Space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O(log 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O(log 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O(log 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4709160" y="2834640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834640"/>
            <a:ext cx="64008" cy="63703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73752" y="2871216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BF must be in {-1, 0, +1}: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Mathematically, this bound guarantees height ≤ 1.44 log₂(n+2), keeping all operations strictly logarithmic.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544824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9160" y="3544824"/>
            <a:ext cx="64008" cy="637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73752" y="3581400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vs Depth: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cached height in every node; recomputing on every check would turn each insert into O(n²). Store and update incrementally.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709160" y="4255008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09160" y="4255008"/>
            <a:ext cx="64008" cy="637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73752" y="4291584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 trees power memory-mapped databases, in-memory caches with strict latency guarantees, and routing tables.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with Balancing  —  O(log n)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Apply rotations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Rotations  —  O(1) each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leftRotate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;}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rRot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(Functional Style)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73552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89904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81344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right_rotate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right_rotate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05840"/>
            <a:ext cx="164592" cy="160020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222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CO1: Understand the AVL balance factor and the invariant maintained at every node.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005840"/>
            <a:ext cx="164592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CO2: Implement all four rotations (LL, RR, LR, RL) with correct height updates.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788920"/>
            <a:ext cx="164592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5544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CO3: Trace insertions on sample inputs and identify which rotation each case triggers.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2D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788920"/>
            <a:ext cx="164592" cy="1600200"/>
          </a:xfrm>
          <a:prstGeom prst="rect">
            <a:avLst/>
          </a:prstGeom>
          <a:solidFill>
            <a:srgbClr val="6B2D8C"/>
          </a:solidFill>
          <a:ln w="12700">
            <a:solidFill>
              <a:srgbClr val="6B2D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8978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CO4: Compare AVL guarantees against an unbalanced BST and other balancing schemes.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Mapping: CO2 — Self-Balancing Trees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03 — Implementation of AVL Trees</dc:title>
  <dc:subject>PptxGenJS Presentation</dc:subject>
  <dc:creator>Chandigarh University — DSA Lab</dc:creator>
  <cp:lastModifiedBy>Chandigarh University — DSA Lab</cp:lastModifiedBy>
  <cp:revision>1</cp:revision>
  <dcterms:created xsi:type="dcterms:W3CDTF">2026-05-13T03:22:05Z</dcterms:created>
  <dcterms:modified xsi:type="dcterms:W3CDTF">2026-05-13T03:22:05Z</dcterms:modified>
</cp:coreProperties>
</file>
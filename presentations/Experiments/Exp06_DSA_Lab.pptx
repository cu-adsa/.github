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gear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182880" y="1097280"/>
            <a:ext cx="3291840" cy="3291840"/>
          </a:xfrm>
          <a:prstGeom prst="rect">
            <a:avLst/>
          </a:prstGeom>
        </p:spPr>
      </p:pic>
      <p:pic>
        <p:nvPicPr>
          <p:cNvPr id="3" name="Image 1" descr="cu_ba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"/>
            <a:ext cx="7315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64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Session 2026-27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0" y="438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Semester July-Dec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371600" y="914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INSTITUTE OF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371600" y="1417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TT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3716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STRUCTURE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000" b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(25CSH-242)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3291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Thakur (E19789)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 Jaiswal (E19756) – MSC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Trainer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54880" y="32918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CUmail-ID 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Sourav.e19756@cumail.in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abhishek.e19789@cumail.in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 flipH="1">
            <a:off x="7680960" y="4434840"/>
            <a:ext cx="1463040" cy="713232"/>
          </a:xfrm>
          <a:prstGeom prst="rtTriangl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06 — Overview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766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Experiment No.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Title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of Dijkstra's Algorithm for Shortest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Objective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 the shortest path from a source vertex to all other vertices in a non-negative weighted graph.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 Mapping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CO3 — Design and analyze greedy algorithms.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Concepts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 Queue  |  Edge Relaxation  |  Greedy Choice  |  Weighted Graph  |  Min-Heap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Tools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/ Java / C++  |  IDE (VS Code / Eclipse / g++)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Dijkstra's Algorithm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1371600"/>
            <a:ext cx="4160520" cy="352044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IDEA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Single-Source Shortest Path (SSSP) on graphs with non-negative weights.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dist[] — current best known distance from source to each vertex.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step, picks the unvisited vertex with minimum dist[] (the greedy choice).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Relaxes its outgoing edges, potentially improving dist[] of neighbours.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vertex is extracted from the priority queue, its distance is final.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work for negative weights — use Bellman-Ford in that case.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160520" cy="3520440"/>
          </a:xfrm>
          <a:prstGeom prst="rect">
            <a:avLst/>
          </a:prstGeom>
          <a:solidFill>
            <a:srgbClr val="EEF2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 list of (neighbour, weight) pairs for O(V + E) space efficiency.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Min-Heap (priority queue) keyed by current distance for fast extract-min.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dist[source] = 0 and dist[all others] = ∞.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deletion: skip popped (d, u) entries when d &gt; dist[u] (stale).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heap variant: O((V + E) log V) running time.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Fibonacci heap variant: O(E + V log V) — better for dense graphs.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Queue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Min-Heap that always returns the unvisited vertex with smallest current dist[] in O(log V) time.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9544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Relaxation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19272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edge u→v with weight w: if dist[u] + w &lt; dist[v], update dist[v] = dist[u] + w.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44768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Choice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54496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extend the currently shortest known path. Proven optimal for non-negative weights.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Graph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4048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edge carries a non-negative cost (distance, time, money). Stored as (vertex, weight) pairs.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9544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Min-Heap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19272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heap where root is the minimum. Supports insert and extract-min in O(log n).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44768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Lazy Deletion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54496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stale entries (d &gt; dist[u]) on pop instead of removing them from the heap proactively.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Delay Time (LeetCode #743)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 network nodes labeled 1 to n. You are given times[i] = (u, v, w) meaning a signal takes w time to travel from u to v. Starting from node k, return the time it takes for all n nodes to receive the signal. If impossible, return -1.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965960"/>
            <a:ext cx="85953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>
            <a:hlinkClick r:id="rIdundefined" tooltip=""/>
          </p:cNvPr>
          <p:cNvSpPr/>
          <p:nvPr/>
        </p:nvSpPr>
        <p:spPr>
          <a:xfrm>
            <a:off x="411480" y="1965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pPr algn="l" indent="0" marL="0">
              <a:buNone/>
            </a:pPr>
            <a:r>
              <a:rPr lang="en-US" sz="1100" b="1" u="sng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 Reference:  https://leetcode.com/problems/network-delay-time/  (#743)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Cases: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480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Expected 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Explanation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times=[[2,1,1],[2,3,1],[3,4,1]], n=4, k=2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nodes reached; max dist =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times=[[1,2,1]], n=2, k=1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edge 1→2 with weight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times=[[1,2,1]], n=2, k=2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 1 unreachable from node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times=[[1,2,1],[2,3,2]], n=3, k=1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1→2→3 with total weight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325880"/>
            <a:ext cx="429768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Approach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508760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adjacency list from edge list: graph[u].append((v, w)).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176272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dist[] = ∞ for all vertices except dist[source] = 0.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2843784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(0, source) into a Min-Heap (priority queue).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75304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51129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(d, u): if d &gt; dist[u] skip (stale); else relax all outgoing edges of u.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4178808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until heap empty. Return max(dist[1..n]) if all reachable, else -1.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Analysis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71600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08760"/>
                <a:gridCol w="1234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Approach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Space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Heap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O((V+E) log V)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O(V+E)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Fibonacci Heap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O(E + V log V)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O(V+E)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Array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22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O(V²)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O(V+E)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4709160" y="2834640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2834640"/>
            <a:ext cx="64008" cy="637032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73752" y="2871216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Negative Weights: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assumes once a vertex is extracted, its distance is final. A negative edge later could invalidate that — use Bellman-Ford instead.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09160" y="3544824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09160" y="3544824"/>
            <a:ext cx="64008" cy="637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73752" y="3581400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Deletion is Standard: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priorities inside a heap is expensive. Just push (newDist, v) again and skip stale entries on pop.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709160" y="4255008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709160" y="4255008"/>
            <a:ext cx="64008" cy="637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73752" y="4291584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It's Used: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navigation, OSPF routing in IP networks, network packet routing, and AI pathfinding in games (A* extends Dijkstra).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 —  O((V+E) log V)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MinHeap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(distance, node)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      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stale entry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on Sample Graph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Graph (k = 2):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2 --1--&gt; 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2 --1--&gt; 3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3 --1--&gt; 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dist = [_, ∞, 0, ∞, ∞]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heap = [(0, 2)]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Pop (0, 2): relax to 1 → dist[1]=1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relax to 3 → dist[3]=1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heap = [(1, 1), (1, 3)]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Pop (1, 1): no outgoing edges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Pop (1, 3): relax to 4 → dist[4]=2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heap = [(2, 4)]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Pop (2, 4): no outgoing edges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Final dist = [_, 1, 0, 1, 2]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Answer  = max(1, 0, 1, 2) =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Implementation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climits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networkDelayTime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push_back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priority_queue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82112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 (Functional Style)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73552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.*;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networkDelayTime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[]&gt;[]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[]{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MAX_VALUE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]-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[]{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isEmpty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[]{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MAX_VALUE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89904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81344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networkDelayTime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heappop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heappush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05840"/>
            <a:ext cx="164592" cy="160020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222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CO1: Explain the greedy paradigm behind Dijkstra's single-source shortest path algorithm.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005840"/>
            <a:ext cx="164592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8978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CO2: Implement Dijkstra using a binary Min-Heap with lazy deletion of stale entries.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788920"/>
            <a:ext cx="164592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5544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CO3: Trace edge relaxation on sample graphs and verify computed shortest paths.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91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2D8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2788920"/>
            <a:ext cx="164592" cy="1600200"/>
          </a:xfrm>
          <a:prstGeom prst="rect">
            <a:avLst/>
          </a:prstGeom>
          <a:solidFill>
            <a:srgbClr val="6B2D8C"/>
          </a:solidFill>
          <a:ln w="12700">
            <a:solidFill>
              <a:srgbClr val="6B2D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8978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CO4: Identify the negative-weight limitation and choose Bellman-Ford when appropriate.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Mapping: CO3 — Greedy / Shortest Path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06 — Implementation of Dijkstra's Algorithm for Shortest Path</dc:title>
  <dc:subject>PptxGenJS Presentation</dc:subject>
  <dc:creator>Chandigarh University — DSA Lab</dc:creator>
  <cp:lastModifiedBy>Chandigarh University — DSA Lab</cp:lastModifiedBy>
  <cp:revision>1</cp:revision>
  <dcterms:created xsi:type="dcterms:W3CDTF">2026-05-13T03:22:05Z</dcterms:created>
  <dcterms:modified xsi:type="dcterms:W3CDTF">2026-05-13T03:22:05Z</dcterms:modified>
</cp:coreProperties>
</file>
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gear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182880" y="1097280"/>
            <a:ext cx="3291840" cy="3291840"/>
          </a:xfrm>
          <a:prstGeom prst="rect">
            <a:avLst/>
          </a:prstGeom>
        </p:spPr>
      </p:pic>
      <p:pic>
        <p:nvPicPr>
          <p:cNvPr id="3" name="Image 1" descr="cu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"/>
            <a:ext cx="7315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0" y="1645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Session 2026-27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486400" y="438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Semester July-Dec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371600" y="914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INSTITUTE OF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371600" y="1417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TT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37160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STRUCTURE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(25CSH-242)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" y="32918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Thakur (E19789)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Jaiswal (E19756) – MSC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Trainer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754880" y="32918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CUmail-ID 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Sourav.e19756@cumail.in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abhishek.e19789@cumail.in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 flipH="1">
            <a:off x="7680960" y="4434840"/>
            <a:ext cx="1463040" cy="713232"/>
          </a:xfrm>
          <a:prstGeom prst="rtTriangl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09 — Overview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766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Experiment No.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Title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of Knapsack Problem Using Greedy Algorithm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Objective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Solve the Fractional Knapsack problem optimally using a greedy value-to-weight ratio strategy.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 Mapping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CO4 — Apply greedy algorithms to optimization problems.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Concepts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Choice  |  Optimal Substructure  |  Value/Weight Ratio  |  Fractional Items  |  Sorting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Tools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/ Java / C++  |  IDE (VS Code / Eclipse / g++)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&amp; Fractional Knapsack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371600"/>
            <a:ext cx="4160520" cy="352044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PARADIGM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solution incrementally by always taking the locally best choice.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Choice Property: a global optimum is reachable via local optima.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Substructure: optimal solution contains optimal sub-solutions.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is simpler and usually faster than Dynamic Programming.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greedy is NOT always correct — proof of correctness is required per problem.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greedy classics: Huffman coding, Activity Selection, Prim's, Kruskal's MST.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4160520" cy="3520440"/>
          </a:xfrm>
          <a:prstGeom prst="rect">
            <a:avLst/>
          </a:prstGeom>
          <a:solidFill>
            <a:srgbClr val="EEF2FA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KNAPSACK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508760"/>
            <a:ext cx="3886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can be split — take any fraction (e.g., 1/3 of a 30 kg sack of gold).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criterion: value-per-unit-weight ratio v[i] / w[i].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items by ratio in descending order — pick greedily.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full items while they fit; take a fraction of the next to fill remaining capacity.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O(n log n) dominated by the sort.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 Knapsack (no splitting) is NOT solvable by greedy — requires DP.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Choice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choice that looks best at the moment without revisiting earlier decisions.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9544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9544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Substructure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19272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solution contains optimal sub-solutions — a prerequisite for greedy correctness.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100584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Value/Weight Ratio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149047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v[i]/w[i] is the greedy key. Items with higher ratio go into the knapsack first.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Fractional Items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4048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Allowing fractions makes greedy optimal — without that flexibility, greedy fails on 0/1 knapsack.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9544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9544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Sorting by Ratio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19272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items by descending v/w. This is the only place where the n log n cost lives.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44768" y="3429000"/>
            <a:ext cx="286207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30175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0/1 vs Fractional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54496" y="3502152"/>
            <a:ext cx="2642616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 forbids splitting — requires DP for optimality. Fractional allows splitting — greedy suffices.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FBEEF0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Units on a Truck (LeetCode #1710)</a:t>
            </a:r>
            <a:endParaRPr lang="en-US" sz="11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assigned boxTypes[i] = [numberOfBoxes_i, numberOfUnitsPerBox_i]. The truck has a truckSize capacity counted in boxes. Return the maximum total number of units you can load. (This mirrors fractional knapsack: maximize value given a capacity constraint.)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74320" y="1965960"/>
            <a:ext cx="859536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>
            <a:hlinkClick r:id="rIdundefined" tooltip=""/>
          </p:cNvPr>
          <p:cNvSpPr/>
          <p:nvPr/>
        </p:nvSpPr>
        <p:spPr>
          <a:xfrm>
            <a:off x="411480" y="1965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00000"/>
                </a:solidFill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pPr algn="l" indent="0" marL="0">
              <a:buNone/>
            </a:pPr>
            <a:r>
              <a:rPr lang="en-US" sz="11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 Reference:  https://leetcode.com/problems/maximum-units-on-a-truck/  (#1710)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432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Expected Output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Explanation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boxTypes=[[1,3],[2,2],[3,1]], size=4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1×3 + 2×2 + 1×1 = 8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boxTypes=[[5,10],[2,5],[4,7],[3,9]], size=10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5×10 + 3×9 + 2×7 = 91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boxTypes=[[1,3],[2,2],[3,1]], size=6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all available boxes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boxTypes=[[5,3]], size=3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3 of the 5 available boxes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325880"/>
            <a:ext cx="429768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Approach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value-to-weight ratio v[i]/w[i] for each item (for fractional knapsack).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40280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2176272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items in descending order by their ratio (or by units-per-box for the LeetCode variant).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2843784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through sorted items, taking full units while they fit.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511296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item doesn't fit entirely, take a fraction proportional to the remaining capacity.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242816"/>
            <a:ext cx="384048" cy="384048"/>
          </a:xfrm>
          <a:prstGeom prst="ellipse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4178808"/>
            <a:ext cx="3520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when capacity is exhausted; return the accumulated value.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Analysis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7160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50876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Approach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Space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 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Scan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4709160" y="2834640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09160" y="2834640"/>
            <a:ext cx="64008" cy="637032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73752" y="2871216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2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Fails on 0/1 Knapsack: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items cannot be split, the value/weight greedy is not optimal. Use Dynamic Programming with O(nW) time instead.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09160" y="3544824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9160" y="3544824"/>
            <a:ext cx="64008" cy="637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73752" y="3581400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Ratio Works: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by v/w packs as much value as possible per unit of capacity. The fractional last item closes the gap exactly.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709160" y="4255008"/>
            <a:ext cx="41605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09160" y="4255008"/>
            <a:ext cx="64008" cy="637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73752" y="4291584"/>
            <a:ext cx="3922776" cy="563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Variants: </a:t>
            </a:r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loading, job scheduling with deadlines, bandwidth allocation, and CPU/memory throttling all use greedy ratio-based selection.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 Knapsack  —  O(n log 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fractionalKnapsack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Compute ratios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]/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Sort by ratio descending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descending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Greedy selection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take all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                       </a:t>
            </a:r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take fraction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totalVal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totalVal</a:t>
            </a:r>
            <a:pPr algn="l" indent="0" marL="0">
              <a:buNone/>
            </a:pP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960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Units on a Truck  —  O(n log 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46320" y="1417320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maximumUnits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Sort by units-per-box descending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-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totalUnits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totalUnits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-=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totalUnits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Walkthrough: boxTypes = [[1,3],[2,2],[3,1]], size = 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Sorted: [[1,3],[2,2],[3,1]]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Take 1×3 = 3   (size left = 3)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Take 2×2 = 4   (size left = 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Take 1×1 = 1   (size left = 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Total = 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maximumUnits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[](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Fractional variant: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&gt;&amp;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]/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rbegin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82112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 (Functional Style)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73552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maximumUnits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-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Fractional knapsack: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/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960120"/>
            <a:ext cx="283464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81344" y="1399032"/>
            <a:ext cx="265176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maximumUnits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-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boxTypes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truckSize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buNone/>
            </a:pP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fractional_knapsack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]/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algn="l"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6400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28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2223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05840"/>
            <a:ext cx="164592" cy="160020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22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CO1: Identify the greedy choice property and optimal substructure in a problem.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005840"/>
            <a:ext cx="164592" cy="1600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14300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897880" y="118872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CO2: Implement fractional knapsack using the value-to-weight ratio as the greedy key.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788920"/>
            <a:ext cx="164592" cy="1600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15544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CO3: Distinguish fractional knapsack (greedy optimal) from 0/1 knapsack (DP required).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2D8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788920"/>
            <a:ext cx="164592" cy="1600200"/>
          </a:xfrm>
          <a:prstGeom prst="rect">
            <a:avLst/>
          </a:prstGeom>
          <a:solidFill>
            <a:srgbClr val="6B2D8C"/>
          </a:solidFill>
          <a:ln w="12700">
            <a:solidFill>
              <a:srgbClr val="6B2D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926080"/>
            <a:ext cx="868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897880" y="297180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CO4: Analyze the correctness argument and time complexity of greedy selection.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solidFill>
            <a:srgbClr val="B22234"/>
          </a:solidFill>
          <a:ln w="12700">
            <a:solidFill>
              <a:srgbClr val="B2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Mapping: CO4 — Greedy Optimization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09 — Implementation of Knapsack Problem Using Greedy Algorithm</dc:title>
  <dc:subject>PptxGenJS Presentation</dc:subject>
  <dc:creator>Chandigarh University — DSA Lab</dc:creator>
  <cp:lastModifiedBy>Chandigarh University — DSA Lab</cp:lastModifiedBy>
  <cp:revision>1</cp:revision>
  <dcterms:created xsi:type="dcterms:W3CDTF">2026-05-13T03:22:05Z</dcterms:created>
  <dcterms:modified xsi:type="dcterms:W3CDTF">2026-05-13T03:22:05Z</dcterms:modified>
</cp:coreProperties>
</file>